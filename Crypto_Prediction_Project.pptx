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Overview:</a:t>
            </a:r>
          </a:p>
          <a:p>
            <a:r>
              <a:t>- Analyze historical cryptocurrency data (e.g., DOGE-USD).</a:t>
            </a:r>
          </a:p>
          <a:p>
            <a:r>
              <a:t>- Use machine learning algorithms to predict price trends.</a:t>
            </a:r>
          </a:p>
          <a:p>
            <a:r>
              <a:t>- Develop insights and evaluate algorithm performance.</a:t>
            </a:r>
          </a:p>
          <a:p>
            <a:r>
              <a:t>Objective:</a:t>
            </a:r>
          </a:p>
          <a:p>
            <a:r>
              <a:t>- Forecast future cryptocurrency prices to assist in decision-making.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</a:t>
            </a:r>
          </a:p>
          <a:p>
            <a:r>
              <a:t>- Source: Historical DOGE-USD data.</a:t>
            </a:r>
          </a:p>
          <a:p>
            <a:r>
              <a:t>- Features: Date, Open, High, Low, Close, Volume.</a:t>
            </a:r>
          </a:p>
          <a:p>
            <a:r>
              <a:t>- Target: Closing Price.</a:t>
            </a:r>
          </a:p>
          <a:p>
            <a:r>
              <a:t>Preprocessing Steps:</a:t>
            </a:r>
          </a:p>
          <a:p>
            <a:r>
              <a:t>- Convert dates to datetime format.</a:t>
            </a:r>
          </a:p>
          <a:p>
            <a:r>
              <a:t>- Handle missing values (dropped rows with NaN).</a:t>
            </a:r>
          </a:p>
          <a:p>
            <a:r>
              <a:t>- Feature scaling and engineering (e.g., Lagged Returns, EMA).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Visualizations:</a:t>
            </a:r>
          </a:p>
          <a:p>
            <a:r>
              <a:t>- Line plot: Closing Price over Time.</a:t>
            </a:r>
          </a:p>
          <a:p>
            <a:r>
              <a:t>- Correlation Heatmap: Relationships between variables.</a:t>
            </a:r>
          </a:p>
          <a:p>
            <a:r>
              <a:t>- Distribution of Daily Returns.</a:t>
            </a:r>
          </a:p>
          <a:p>
            <a:r>
              <a:t>Key Findings:</a:t>
            </a:r>
          </a:p>
          <a:p>
            <a:r>
              <a:t>- Significant price volatility.</a:t>
            </a:r>
          </a:p>
          <a:p>
            <a:r>
              <a:t>- Strong correlation between Open, Close, and High prices.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Features Added:</a:t>
            </a:r>
          </a:p>
          <a:p>
            <a:r>
              <a:t>- Lagged Returns: Percentage change from previous day.</a:t>
            </a:r>
          </a:p>
          <a:p>
            <a:r>
              <a:t>- Exponential Moving Average (EMA): Smoothens price trends.</a:t>
            </a:r>
          </a:p>
          <a:p>
            <a:r>
              <a:t>- Bollinger Bands: Measures volatility.</a:t>
            </a:r>
          </a:p>
          <a:p>
            <a:r>
              <a:t>Why Feature Engineering?</a:t>
            </a:r>
          </a:p>
          <a:p>
            <a:r>
              <a:t>- To enhance predictive power by introducing meaningful attributes.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Applied:</a:t>
            </a:r>
          </a:p>
          <a:p>
            <a:r>
              <a:t>1. Random Forest</a:t>
            </a:r>
          </a:p>
          <a:p>
            <a:r>
              <a:t>2. XGBoost</a:t>
            </a:r>
          </a:p>
          <a:p>
            <a:r>
              <a:t>3. LightGBM</a:t>
            </a:r>
          </a:p>
          <a:p>
            <a:r>
              <a:t>4. Gradient Boosting</a:t>
            </a:r>
          </a:p>
          <a:p>
            <a:r>
              <a:t>5. K-Nearest Neighbors (KNN)</a:t>
            </a:r>
          </a:p>
          <a:p>
            <a:r>
              <a:t>6. Support Vector Machine (SVM)</a:t>
            </a:r>
          </a:p>
          <a:p>
            <a:r>
              <a:t>7. Polynomial Regression</a:t>
            </a:r>
          </a:p>
          <a:p>
            <a:r>
              <a:t>8. Neural Networks (MLP)</a:t>
            </a:r>
          </a:p>
          <a:p>
            <a:r>
              <a:t>9. CatBoost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Used:</a:t>
            </a:r>
          </a:p>
          <a:p>
            <a:r>
              <a:t>- Mean Squared Error (MSE)</a:t>
            </a:r>
          </a:p>
          <a:p>
            <a:r>
              <a:t>- R-squared (R²)</a:t>
            </a:r>
          </a:p>
          <a:p>
            <a:r>
              <a:t>Purpose:</a:t>
            </a:r>
          </a:p>
          <a:p>
            <a:r>
              <a:t>- Measure model accuracy.</a:t>
            </a:r>
          </a:p>
          <a:p>
            <a:r>
              <a:t>- Compare performance of different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 of Results:</a:t>
            </a:r>
          </a:p>
          <a:p>
            <a:r>
              <a:t>| Algorithm          | MSE       | R² Score |</a:t>
            </a:r>
          </a:p>
          <a:p>
            <a:r>
              <a:t>|--------------------|-----------|------------|</a:t>
            </a:r>
          </a:p>
          <a:p>
            <a:r>
              <a:t>| Random Forest      | X.XX      | 0.XX       |</a:t>
            </a:r>
          </a:p>
          <a:p>
            <a:r>
              <a:t>| XGBoost           | X.XX      | 0.XX       |</a:t>
            </a:r>
          </a:p>
          <a:p>
            <a:r>
              <a:t>| LightGBM          | X.XX      | 0.XX       |</a:t>
            </a:r>
          </a:p>
          <a:p>
            <a:r>
              <a:t>| Gradient Boosting  | X.XX      | 0.XX       |</a:t>
            </a:r>
          </a:p>
          <a:p>
            <a:r>
              <a:t>| KNN               | X.XX      | 0.XX       |</a:t>
            </a:r>
          </a:p>
          <a:p>
            <a:r>
              <a:t>| SVM               | X.XX      | 0.XX       |</a:t>
            </a:r>
          </a:p>
          <a:p>
            <a:r>
              <a:t>| Neural Networks    | X.XX      | 0.XX       |</a:t>
            </a:r>
          </a:p>
          <a:p>
            <a:r>
              <a:t>Highlighted Best Performer.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Time-Series Decomposition:</a:t>
            </a:r>
          </a:p>
          <a:p>
            <a:r>
              <a:t>- Trend, Seasonality, Residual Analysis.</a:t>
            </a:r>
          </a:p>
          <a:p>
            <a:r>
              <a:t>Residual Diagnostics:</a:t>
            </a:r>
          </a:p>
          <a:p>
            <a:r>
              <a:t>- Scatter Plot and Histogram.</a:t>
            </a:r>
          </a:p>
          <a:p>
            <a:r>
              <a:t>- Ensures model captures all patterns.</a:t>
            </a:r>
          </a:p>
          <a:p>
            <a:r>
              <a:t>Forecasting:</a:t>
            </a:r>
          </a:p>
          <a:p>
            <a:r>
              <a:t>- ARIMA Model for predicting next 30 days.</a:t>
            </a:r>
          </a:p>
          <a:p>
            <a:r>
              <a:t>- LSTM for deep learning-based time-series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Optimization Techniques:</a:t>
            </a:r>
          </a:p>
          <a:p>
            <a:r>
              <a:t>- Grid Search for Random Forest and XGBoost.</a:t>
            </a:r>
          </a:p>
          <a:p>
            <a:r>
              <a:t>- Evaluated combinations of parameters.</a:t>
            </a:r>
          </a:p>
          <a:p>
            <a:r>
              <a:t>Outcome:</a:t>
            </a:r>
          </a:p>
          <a:p>
            <a:r>
              <a:t>- Improved model performance with optimized configurations.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Insights:</a:t>
            </a:r>
          </a:p>
          <a:p>
            <a:r>
              <a:t>- Volatility is a key feature in cryptocurrency markets.</a:t>
            </a:r>
          </a:p>
          <a:p>
            <a:r>
              <a:t>- Advanced features like EMA and Bollinger Bands improve model accuracy.</a:t>
            </a:r>
          </a:p>
          <a:p>
            <a:r>
              <a:t>- Ensemble models (e.g., XGBoost, LightGBM) outperform simpler models.</a:t>
            </a:r>
          </a:p>
          <a:p>
            <a:r>
              <a:t>Recommendations:</a:t>
            </a:r>
          </a:p>
          <a:p>
            <a:r>
              <a:t>- Use advanced ensemble methods for future forecasting.</a:t>
            </a:r>
          </a:p>
          <a:p>
            <a:r>
              <a:t>- Incorporate additional market indicators for better predictions.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- Successfully predicted cryptocurrency prices using various algorithms.</a:t>
            </a:r>
          </a:p>
          <a:p>
            <a:r>
              <a:t>- Identified the best-performing model through evaluation metrics.</a:t>
            </a:r>
          </a:p>
          <a:p>
            <a:r>
              <a:t>- Demonstrated the importance of feature engineering and hyperparameter tuning.</a:t>
            </a:r>
          </a:p>
          <a:p>
            <a:r>
              <a:t>Future Work:</a:t>
            </a:r>
          </a:p>
          <a:p>
            <a:r>
              <a:t>- Implement real-time price forecasting.</a:t>
            </a:r>
          </a:p>
          <a:p>
            <a:r>
              <a:t>- Explore reinforcement learning for trading strategies.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Open floor for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